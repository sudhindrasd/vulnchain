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82880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8BDF8"/>
                </a:solidFill>
                <a:latin typeface="Calibri"/>
              </a:defRPr>
            </a:pPr>
            <a:r>
              <a:t>VulnChain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AI-Powered Software Supply Chain Vulnerability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"If a vulnerability exists 5 levels deep in your dependency tree,</a:t>
            </a:r>
            <a:br/>
            <a:r>
              <a:t>how much real risk does it pose to YOUR project?"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84632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7th Semester ISE Major Project  |  Team Size: 4  |  Duration: 16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Tech: Python (FastAPI) | React | PyTorch Geometric | PostgreSQL | D3.js | Redis | Celery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01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Software Supply Chain is Under Attack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What Are Dependencies?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Modern apps use hundreds of third-party packages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Each package has its OWN dependencies (transitive)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A typical React app has 1000+ packages in node_modules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You installed 20. The other 980? You have NO idea what they are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A vulnerability hidden 5 levels deep can compromise everything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Real-World Supply Chain Disasters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Log4Shell (2021) — CVSS 10.0, hidden in logging library, billions in damage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XZ Utils (2024) — Nation-state backdoor, 2 years in the making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SolarWinds (2020) — 18,000+ organizations compromised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event-stream (2018) — Malicious code injected into npm package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These attacks exploit TRANSITIVE dependencies most devs don't know exist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CC15"/>
                </a:solidFill>
                <a:latin typeface="Calibri"/>
              </a:defRPr>
            </a:pPr>
            <a:r>
              <a:t>💡 Current tools (Snyk, Dependabot) flag CVEs but don't tell you HOW MUCH risk a deep dependency poses to YOUR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02  THE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CVSS Scoring Alone Is Insufficient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286000"/>
          </a:xfrm>
          <a:prstGeom prst="roundRect">
            <a:avLst/>
          </a:prstGeom>
          <a:solidFill>
            <a:srgbClr val="32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Scenario A — CVSS 9.8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Direct dependency (depth 1)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Used in production runtime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Has known active exploit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ACTUAL RISK: EXTREMELY HIGH ☠️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142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Scenario B — CVSS 9.8 (same!)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Transitive dependency (depth 6)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Used only during testing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No known exploit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ACTUAL RISK: ALMOST ZERO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CC15"/>
                </a:solidFill>
                <a:latin typeface="Calibri"/>
              </a:defRPr>
            </a:pPr>
            <a:r>
              <a:t>CVSS gives BOTH scenarios the same score (9.8)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CVSS scores vulnerabilities in ISOLATION — ignores dependency context entirely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No tool today analyzes the PROPAGATION PATH TOPOLOGY to quantify transitive risk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VulnChain's solution: Use Graph Neural Networks to compute CONTEXT-AWARE risk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03 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VulnChain — 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Paste GitHub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 inputs any GitHub repository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Parse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Clone repo, detect package manager, build dependency tree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Enrich with CVE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Query NVD + OSV + GitHub Advisory for each package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Compute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10-dimensional feature vector per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114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17720" y="42519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GNN Risk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VulnGAT propagates risk through the graph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42519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Visualize &amp;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754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Interactive D3.js graph + PDF/SARIF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04 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39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(React + D3.js)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10312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9" y="2377439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Backend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(FastAPI)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0312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9" y="2377439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  <a:latin typeface="Calibri"/>
              </a:defRPr>
            </a:pPr>
            <a:r>
              <a:t>GNN Engine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(PyTorch Geometric)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438912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46634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CVE Databases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(NVD / OSV / GitHub)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CC15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(Persistent Storage)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38912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46634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Calibri"/>
              </a:defRPr>
            </a:pPr>
            <a:r>
              <a:t>Redis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(Cache + Rate Limit)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REST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Celery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↕ httpx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↕ SQLAlchemy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↕ WebSocket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05  CORE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Graph Neural Networks?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Traditional ML (Random Forest)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Sees each package as an ISOLATED row in a table: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Package    | CVSS | Depth | Scope</a:t>
            </a:r>
            <a:br/>
            <a:r>
              <a:t>────────|─────|──────|──────</a:t>
            </a:r>
            <a:br/>
            <a:r>
              <a:t>lodash     | 9.8  | 1     | runtime</a:t>
            </a:r>
            <a:br/>
            <a:r>
              <a:t>bytes       | 5.0  | 4     | test</a:t>
            </a:r>
            <a:br/>
            <a:r>
              <a:t>old-ssl     | 9.8  | 6     | runtime</a:t>
            </a:r>
            <a:br/>
            <a:br/>
            <a:r>
              <a:t>❌ Cannot see connections between packages</a:t>
            </a:r>
            <a:br/>
            <a:r>
              <a:t>❌ Treats each package independently</a:t>
            </a:r>
            <a:br/>
            <a:r>
              <a:t>❌ Doesn't know risk flows through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GNN (Graph Attention Network)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Sees the ENTIRE dependency graph: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 [Your App]</a:t>
            </a:r>
            <a:br/>
            <a:r>
              <a:t>    ├── [express] ──→ [body-parser]</a:t>
            </a:r>
            <a:br/>
            <a:r>
              <a:t>    │                         └── [bytes] ⚠️</a:t>
            </a:r>
            <a:br/>
            <a:r>
              <a:t>    └── [framework]</a:t>
            </a:r>
            <a:br/>
            <a:r>
              <a:t>            └── [auth]</a:t>
            </a:r>
            <a:br/>
            <a:r>
              <a:t>                  └── [old-ssl] ☠️</a:t>
            </a:r>
            <a:br/>
            <a:br/>
            <a:r>
              <a:t>✅ Sees connections (who depends on whom)</a:t>
            </a:r>
            <a:br/>
            <a:r>
              <a:t>✅ Message passing: risk flows through graph</a:t>
            </a:r>
            <a:br/>
            <a:r>
              <a:t>✅ Attention: learns WHICH neighbors matter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06  MODEL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VulnGAT — Model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10 features per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68580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GAT 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4 heads × 32 dim + ReLU + Dropout(0.3)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128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68580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GAT 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4 heads × 32 dim + ReLU + Dropout(0.3)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128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68580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GAT Layer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 heads × 16 dim + ReLU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617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68580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Linear(32→1) + Sigmoid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532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0.0–1.0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82880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10 Node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1. cvss_max — Highest CVSS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724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2. cvss_avg — Average CVSS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11810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3. cve_count — Number of CVEs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11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4. depth — Distance from root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9044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5. dependents_count — Who needs 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6. downloads_monthly — Popularity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90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7. days_since_update — Freshness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84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8. is_dev_dependency — Dev only?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477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9. has_known_exploit — Exploit exists?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870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10. scope — Runtime/Build/Test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07  KEY INNOVATION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GAT Attention = Built-in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Attention Works: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For each pair of connected packages (A → B), GAT computes an attention weight:</a:t>
            </a:r>
            <a:br/>
            <a:r>
              <a:t>"How much should A's risk score be influenced by B?"</a:t>
            </a:r>
            <a:br/>
            <a:br/>
            <a:r>
              <a:t>High attention weight  →  B strongly affects A's risk  (e.g., B has critical CVE, runtime dep)</a:t>
            </a:r>
            <a:br/>
            <a:r>
              <a:t>Low attention weight   →  B barely affects A's risk    (e.g., B is safe, test-only dep)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029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Why This Matters: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Attention weights explain the model's decision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"This package is risky BECAUSE it paid 73%</a:t>
            </a:r>
            <a:br/>
            <a:r>
              <a:t>   attention to vulnerable-child-X"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Explainability for FREE — built into the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No need for separate explanation 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5029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Multi-Head Attention (4 heads):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Head 1: Focuses on CVSS severity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Head 2: Focuses on runtime vs test scope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Head 3: Focuses on how many dependents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Head 4: Focuses on exploit availability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4 perspectives combined → richer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08 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VulnGAT vs 5 Baselines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5486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745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Key Limitation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Raw CVSS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14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risk = max_cvss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Zero graph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698480" cy="548640"/>
          </a:xfrm>
          <a:prstGeom prst="roundRect">
            <a:avLst/>
          </a:prstGeom>
          <a:solidFill>
            <a:srgbClr val="19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CVSS + Depth Decay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risk = (cvss/10) × 0.85^depth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154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Ignores path topology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94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PageRank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947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NetworkX pagerank on dependency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7947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Measures popularity, not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10698480" cy="548640"/>
          </a:xfrm>
          <a:prstGeom prst="roundRect">
            <a:avLst/>
          </a:prstGeom>
          <a:solidFill>
            <a:srgbClr val="19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Weighted Sum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34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Hand-crafted weighted formula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Weights are guessed, not learned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sklearn RF on 10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Treats nodes independently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80"/>
            <a:ext cx="10698480" cy="548640"/>
          </a:xfrm>
          <a:prstGeom prst="roundRect">
            <a:avLst/>
          </a:prstGeom>
          <a:solidFill>
            <a:srgbClr val="143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VulnGAT (Ours) 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715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3-layer GAT with attention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715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alibri"/>
              </a:defRPr>
            </a:pPr>
            <a:r>
              <a:t>Graph-aware, learned, explainable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CC15"/>
                </a:solidFill>
                <a:latin typeface="Calibri"/>
              </a:defRPr>
            </a:pPr>
            <a:r>
              <a:t>Expected: VulnGAT outperforms all baselines on deep transitive vulnerabilities. RF is closest competitor.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09 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Cold Start Solution &amp; Training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The Problem: No Ground Truth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No dataset exists with "correct" risk scores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Nobody has ever defined: "lodash poses exactly</a:t>
            </a:r>
            <a:br/>
            <a:r>
              <a:t>   0.73 risk to project X"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Without labels, we can't train the model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This is called the Cold Start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Our Solution: Heuristic Pseudo-Labels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risk = (cvss/10) × (0.85^depth) × scope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Critical CVEs in runtime deps → label 0.9-1.0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Dev-only dependencies → reduced by 50%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GNN learns BEYOND these heuristics using</a:t>
            </a:r>
            <a:br/>
            <a:r>
              <a:t>   graph structure the formula can't capture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Training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500 open-source repos (npm, pip, Maven)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~100K total nodes, ~250K total edges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70% train / 15% validation / 15% test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Graph-level split (no data leakage)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9377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Self-supervised learning approach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Model trains in ~30 min on CPU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Inference: &lt; 1 second per new repo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No GPU required for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10 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React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SPA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D3.js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Interactive 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TailwindCSS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82880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Async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Celery + 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Task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httpx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Async HTTP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2880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  <a:latin typeface="Calibri"/>
              </a:defRPr>
            </a:pPr>
            <a:r>
              <a:t>AI/ML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PyTorch Geometric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GNN 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NetworkX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Graph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Baselines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182880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Primary Database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CVE Cache (24h TTL)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Version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11 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Repo Ingestion &amp;</a:t>
            </a:r>
            <a:br/>
            <a:r>
              <a:t>Dependency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Clone repo, detect ecosystem,</a:t>
            </a:r>
            <a:br/>
            <a:r>
              <a:t>parse lock files, build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Vulnerability</a:t>
            </a:r>
            <a:br/>
            <a:r>
              <a:t>Enrichment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747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Query NVD/OSV/GitHub APIs,</a:t>
            </a:r>
            <a:br/>
            <a:r>
              <a:t>version matching, Redis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alibri"/>
              </a:defRPr>
            </a:pPr>
            <a:r>
              <a:t>VulnGAT</a:t>
            </a:r>
            <a:br/>
            <a:r>
              <a:t>GNN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4747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 features → 3 GAT layers</a:t>
            </a:r>
            <a:br/>
            <a:r>
              <a:t>→ risk score 0-1 per node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Explainability &amp;</a:t>
            </a:r>
            <a:br/>
            <a:r>
              <a:t>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4747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Attention paths, risk explanations,</a:t>
            </a:r>
            <a:br/>
            <a:r>
              <a:t>version bump suggestions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Calibri"/>
              </a:defRPr>
            </a:pPr>
            <a:r>
              <a:t>Dashboard &amp;</a:t>
            </a:r>
            <a:br/>
            <a:r>
              <a:t>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4747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D3.js graph, risk heatmap,</a:t>
            </a:r>
            <a:br/>
            <a:r>
              <a:t>CVE panels, PDF/SARIF 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12 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4-Member Work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Member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Calibri"/>
              </a:defRPr>
            </a:pPr>
            <a:r>
              <a:t>Parser &amp; Graph Engine Lead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697480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Owns: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npm/pip/Maven parsers, lock file resolution,</a:t>
            </a:r>
            <a:br/>
            <a:r>
              <a:t>graph builder (NetworkX), SBOM export,</a:t>
            </a:r>
            <a:br/>
            <a:r>
              <a:t>data collection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Deliverable: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Complete dependency DAG from</a:t>
            </a:r>
            <a:br/>
            <a:r>
              <a:t>any GitHub URL in &lt; 30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Member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Calibri"/>
              </a:defRPr>
            </a:pPr>
            <a:r>
              <a:t>GNN Model Lead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697480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Owns: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VulnGAT architecture (PyTorch Geometric),</a:t>
            </a:r>
            <a:br/>
            <a:r>
              <a:t>heuristic labels, training loop, inference</a:t>
            </a:r>
            <a:br/>
            <a:r>
              <a:t>pipeline, attention weight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Deliverable: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Trained VulnGAT model with</a:t>
            </a:r>
            <a:br/>
            <a:r>
              <a:t>validation correlation &gt; 0.85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82880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  <a:latin typeface="Calibri"/>
              </a:defRPr>
            </a:pPr>
            <a:r>
              <a:t>Member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Calibri"/>
              </a:defRPr>
            </a:pPr>
            <a:r>
              <a:t>Backend &amp; CVE Intel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697480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Owns: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FastAPI endpoints, NVD/OSV/GitHub clients,</a:t>
            </a:r>
            <a:br/>
            <a:r>
              <a:t>CVE aggregator, version matching,</a:t>
            </a:r>
            <a:br/>
            <a:r>
              <a:t>Redis caching, remediation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Deliverable: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Complete REST API with all</a:t>
            </a:r>
            <a:br/>
            <a:r>
              <a:t>endpoints + CVE enrichment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182880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Member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Calibri"/>
              </a:defRPr>
            </a:pPr>
            <a:r>
              <a:t>Frontend &amp; Viz Lead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2697480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Owns: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1089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React + TypeScript app, D3.js force graph,</a:t>
            </a:r>
            <a:br/>
            <a:r>
              <a:t>risk coloring, node interactions,</a:t>
            </a:r>
            <a:br/>
            <a:r>
              <a:t>WebSocket progress, Docker setup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Deliverable: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Live interactive dependency</a:t>
            </a:r>
            <a:br/>
            <a:r>
              <a:t>graph with risk heatmap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13 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16-Week Project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37160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Weeks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7451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Project setup, Docker, DB schema,</a:t>
            </a:r>
            <a:br/>
            <a:r>
              <a:t>npm/pip/Maven parsers, NetworkX graphs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926079"/>
            <a:ext cx="137160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Weeks 5-8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34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Vulnerability 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346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CVE API clients, aggregation, caching,</a:t>
            </a:r>
            <a:br/>
            <a:r>
              <a:t>data collection (500 repos), basic 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37160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Weeks 9-11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GNN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79475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VulnGAT implementation, training,</a:t>
            </a:r>
            <a:br/>
            <a:r>
              <a:t>hyperparameter tuning, D3.js 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846320"/>
            <a:ext cx="137160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Weeks 12-13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54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Explainability module, remediation engine,</a:t>
            </a:r>
            <a:br/>
            <a:r>
              <a:t>SARIF + PDF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806440"/>
            <a:ext cx="1371600" cy="50292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Weeks 14-16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Evaluation &amp; Polish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715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GNN vs baselines, ablation study,</a:t>
            </a:r>
            <a:br/>
            <a:r>
              <a:t>testing, demo prep,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14  NOVELTY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Research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GNN-Based Risk 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First application of Graph Attention Networks for</a:t>
            </a:r>
            <a:br/>
            <a:r>
              <a:t>transitive vulnerability risk scoring across</a:t>
            </a:r>
            <a:br/>
            <a:r>
              <a:t>multi-ecosystem software dependency graphs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6576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Comprehensive Baseline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86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Comparative evaluation of VulnGAT against 5</a:t>
            </a:r>
            <a:br/>
            <a:r>
              <a:t>baseline methods (CVSS, Depth Decay, PageRank,</a:t>
            </a:r>
            <a:br/>
            <a:r>
              <a:t>Weighted Sum, Random Forest) on same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Attention-Based 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40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GAT attention weights generate human-readable</a:t>
            </a:r>
            <a:br/>
            <a:r>
              <a:t>vulnerability propagation paths — showing WHY</a:t>
            </a:r>
            <a:br/>
            <a:r>
              <a:t>a package is risky, not just that it IS risky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15 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Work &amp; Extensions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Temporal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Track project risk changes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Malicious Package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GNN-based typosquatting &amp; dependency confusion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CI/CD GitHub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34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Auto-scan on every PR, block merge if risk &gt;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More Ecosystems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Rust (Cargo), Go, Ruby (Bundler), PHP (Composer)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114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LLM-Powered Explanations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120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Natural language vulnerability briefs using LLMs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SBOM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120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EU Cyber Resilience Act &amp; NIST SSDF checks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286000"/>
            <a:ext cx="39319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Calibri"/>
              </a:defRPr>
            </a:pPr>
            <a:r>
              <a:t>Scan it.  Score it.  Secure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VulnChain — AI-Powered Software Supply Chain Vulnerability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ISE 7th Semester Major Project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